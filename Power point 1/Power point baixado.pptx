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Oswald" panose="020F0502020204030204" pitchFamily="2" charset="0"/>
      <p:bold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72D72C-7B07-47B2-A6C5-FB86714A0C98}">
  <a:tblStyle styleId="{9E72D72C-7B07-47B2-A6C5-FB86714A0C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4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FD8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5"/>
          <p:cNvGrpSpPr/>
          <p:nvPr/>
        </p:nvGrpSpPr>
        <p:grpSpPr>
          <a:xfrm>
            <a:off x="881838" y="580784"/>
            <a:ext cx="10800584" cy="2294478"/>
            <a:chOff x="0" y="0"/>
            <a:chExt cx="14400779" cy="3059305"/>
          </a:xfrm>
        </p:grpSpPr>
        <p:sp>
          <p:nvSpPr>
            <p:cNvPr id="160" name="Google Shape;160;p25"/>
            <p:cNvSpPr/>
            <p:nvPr/>
          </p:nvSpPr>
          <p:spPr>
            <a:xfrm>
              <a:off x="0" y="56783"/>
              <a:ext cx="8480462" cy="2713748"/>
            </a:xfrm>
            <a:custGeom>
              <a:avLst/>
              <a:gdLst/>
              <a:ahLst/>
              <a:cxnLst/>
              <a:rect l="l" t="t" r="r" b="b"/>
              <a:pathLst>
                <a:path w="8480462" h="2713748" extrusionOk="0">
                  <a:moveTo>
                    <a:pt x="0" y="0"/>
                  </a:moveTo>
                  <a:lnTo>
                    <a:pt x="8480462" y="0"/>
                  </a:lnTo>
                  <a:lnTo>
                    <a:pt x="8480462" y="2713748"/>
                  </a:lnTo>
                  <a:lnTo>
                    <a:pt x="0" y="27137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1" name="Google Shape;161;p25"/>
            <p:cNvSpPr/>
            <p:nvPr/>
          </p:nvSpPr>
          <p:spPr>
            <a:xfrm>
              <a:off x="5742869" y="0"/>
              <a:ext cx="8657910" cy="2770531"/>
            </a:xfrm>
            <a:custGeom>
              <a:avLst/>
              <a:gdLst/>
              <a:ahLst/>
              <a:cxnLst/>
              <a:rect l="l" t="t" r="r" b="b"/>
              <a:pathLst>
                <a:path w="8657910" h="2770531" extrusionOk="0">
                  <a:moveTo>
                    <a:pt x="0" y="0"/>
                  </a:moveTo>
                  <a:lnTo>
                    <a:pt x="8657910" y="0"/>
                  </a:lnTo>
                  <a:lnTo>
                    <a:pt x="8657910" y="2770531"/>
                  </a:lnTo>
                  <a:lnTo>
                    <a:pt x="0" y="27705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2" name="Google Shape;162;p25"/>
            <p:cNvSpPr txBox="1"/>
            <p:nvPr/>
          </p:nvSpPr>
          <p:spPr>
            <a:xfrm>
              <a:off x="1383597" y="401055"/>
              <a:ext cx="11968800" cy="2658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3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33" b="1" i="0" u="none" strike="noStrike" cap="none" dirty="0" err="1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Agência</a:t>
              </a:r>
              <a:r>
                <a:rPr lang="en-US" sz="10533" b="1" i="0" u="none" strike="noStrike" cap="none" dirty="0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 Mega</a:t>
              </a:r>
              <a:endParaRPr dirty="0"/>
            </a:p>
          </p:txBody>
        </p:sp>
      </p:grpSp>
      <p:grpSp>
        <p:nvGrpSpPr>
          <p:cNvPr id="163" name="Google Shape;163;p25"/>
          <p:cNvGrpSpPr/>
          <p:nvPr/>
        </p:nvGrpSpPr>
        <p:grpSpPr>
          <a:xfrm>
            <a:off x="10116421" y="4224937"/>
            <a:ext cx="6796709" cy="1622714"/>
            <a:chOff x="0" y="0"/>
            <a:chExt cx="9062279" cy="2163619"/>
          </a:xfrm>
        </p:grpSpPr>
        <p:sp>
          <p:nvSpPr>
            <p:cNvPr id="164" name="Google Shape;164;p25"/>
            <p:cNvSpPr/>
            <p:nvPr/>
          </p:nvSpPr>
          <p:spPr>
            <a:xfrm>
              <a:off x="0" y="0"/>
              <a:ext cx="9062279" cy="2163619"/>
            </a:xfrm>
            <a:custGeom>
              <a:avLst/>
              <a:gdLst/>
              <a:ahLst/>
              <a:cxnLst/>
              <a:rect l="l" t="t" r="r" b="b"/>
              <a:pathLst>
                <a:path w="9062279" h="2163619" extrusionOk="0">
                  <a:moveTo>
                    <a:pt x="0" y="0"/>
                  </a:moveTo>
                  <a:lnTo>
                    <a:pt x="9062279" y="0"/>
                  </a:lnTo>
                  <a:lnTo>
                    <a:pt x="9062279" y="2163619"/>
                  </a:lnTo>
                  <a:lnTo>
                    <a:pt x="0" y="216361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5" name="Google Shape;165;p25"/>
            <p:cNvSpPr txBox="1"/>
            <p:nvPr/>
          </p:nvSpPr>
          <p:spPr>
            <a:xfrm>
              <a:off x="1102275" y="419397"/>
              <a:ext cx="7443300" cy="1653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2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51" b="1" i="0" u="none" strike="noStrike" cap="none" dirty="0" err="1">
                  <a:solidFill>
                    <a:srgbClr val="E1DFD8"/>
                  </a:solidFill>
                  <a:latin typeface="Oswald"/>
                  <a:ea typeface="Oswald"/>
                  <a:cs typeface="Oswald"/>
                  <a:sym typeface="Oswald"/>
                </a:rPr>
                <a:t>Viagens</a:t>
              </a:r>
              <a:endParaRPr dirty="0"/>
            </a:p>
          </p:txBody>
        </p:sp>
      </p:grpSp>
      <p:sp>
        <p:nvSpPr>
          <p:cNvPr id="166" name="Google Shape;166;p25"/>
          <p:cNvSpPr/>
          <p:nvPr/>
        </p:nvSpPr>
        <p:spPr>
          <a:xfrm>
            <a:off x="-946930" y="2046348"/>
            <a:ext cx="12629352" cy="8240652"/>
          </a:xfrm>
          <a:custGeom>
            <a:avLst/>
            <a:gdLst/>
            <a:ahLst/>
            <a:cxnLst/>
            <a:rect l="l" t="t" r="r" b="b"/>
            <a:pathLst>
              <a:path w="12629352" h="8240652" extrusionOk="0">
                <a:moveTo>
                  <a:pt x="0" y="0"/>
                </a:moveTo>
                <a:lnTo>
                  <a:pt x="12629352" y="0"/>
                </a:lnTo>
                <a:lnTo>
                  <a:pt x="12629352" y="8240652"/>
                </a:lnTo>
                <a:lnTo>
                  <a:pt x="0" y="8240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25"/>
          <p:cNvSpPr/>
          <p:nvPr/>
        </p:nvSpPr>
        <p:spPr>
          <a:xfrm rot="-958911">
            <a:off x="15038401" y="-1813627"/>
            <a:ext cx="5181099" cy="5188763"/>
          </a:xfrm>
          <a:custGeom>
            <a:avLst/>
            <a:gdLst/>
            <a:ahLst/>
            <a:cxnLst/>
            <a:rect l="l" t="t" r="r" b="b"/>
            <a:pathLst>
              <a:path w="5181099" h="5188763" extrusionOk="0">
                <a:moveTo>
                  <a:pt x="0" y="0"/>
                </a:moveTo>
                <a:lnTo>
                  <a:pt x="5181099" y="0"/>
                </a:lnTo>
                <a:lnTo>
                  <a:pt x="5181099" y="5188763"/>
                </a:lnTo>
                <a:lnTo>
                  <a:pt x="0" y="5188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8" name="Google Shape;168;p25"/>
          <p:cNvGrpSpPr/>
          <p:nvPr/>
        </p:nvGrpSpPr>
        <p:grpSpPr>
          <a:xfrm>
            <a:off x="10116421" y="7223407"/>
            <a:ext cx="7142879" cy="2285721"/>
            <a:chOff x="0" y="0"/>
            <a:chExt cx="9523839" cy="3047628"/>
          </a:xfrm>
        </p:grpSpPr>
        <p:sp>
          <p:nvSpPr>
            <p:cNvPr id="169" name="Google Shape;169;p25"/>
            <p:cNvSpPr/>
            <p:nvPr/>
          </p:nvSpPr>
          <p:spPr>
            <a:xfrm flipH="1">
              <a:off x="0" y="0"/>
              <a:ext cx="9523839" cy="3047628"/>
            </a:xfrm>
            <a:custGeom>
              <a:avLst/>
              <a:gdLst/>
              <a:ahLst/>
              <a:cxnLst/>
              <a:rect l="l" t="t" r="r" b="b"/>
              <a:pathLst>
                <a:path w="9523839" h="3047628" extrusionOk="0">
                  <a:moveTo>
                    <a:pt x="9523839" y="0"/>
                  </a:moveTo>
                  <a:lnTo>
                    <a:pt x="0" y="0"/>
                  </a:lnTo>
                  <a:lnTo>
                    <a:pt x="0" y="3047628"/>
                  </a:lnTo>
                  <a:lnTo>
                    <a:pt x="9523839" y="3047628"/>
                  </a:lnTo>
                  <a:lnTo>
                    <a:pt x="9523839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0" name="Google Shape;170;p25"/>
            <p:cNvSpPr txBox="1"/>
            <p:nvPr/>
          </p:nvSpPr>
          <p:spPr>
            <a:xfrm rot="7446">
              <a:off x="1229939" y="242995"/>
              <a:ext cx="7063818" cy="2658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3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33" b="1" i="0" u="none" strike="noStrike" cap="none" dirty="0" err="1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EFSilva</a:t>
              </a:r>
              <a:endParaRPr dirty="0"/>
            </a:p>
          </p:txBody>
        </p:sp>
      </p:grpSp>
      <p:sp>
        <p:nvSpPr>
          <p:cNvPr id="171" name="Google Shape;171;p25"/>
          <p:cNvSpPr/>
          <p:nvPr/>
        </p:nvSpPr>
        <p:spPr>
          <a:xfrm rot="294947">
            <a:off x="12579983" y="497057"/>
            <a:ext cx="1344865" cy="2561647"/>
          </a:xfrm>
          <a:custGeom>
            <a:avLst/>
            <a:gdLst/>
            <a:ahLst/>
            <a:cxnLst/>
            <a:rect l="l" t="t" r="r" b="b"/>
            <a:pathLst>
              <a:path w="1344865" h="2561647" extrusionOk="0">
                <a:moveTo>
                  <a:pt x="0" y="0"/>
                </a:moveTo>
                <a:lnTo>
                  <a:pt x="1344865" y="0"/>
                </a:lnTo>
                <a:lnTo>
                  <a:pt x="1344865" y="2561647"/>
                </a:lnTo>
                <a:lnTo>
                  <a:pt x="0" y="2561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Personalizar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Oswald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Usuário Local</dc:creator>
  <cp:lastModifiedBy>Luan Miguel Santos Pulzi</cp:lastModifiedBy>
  <cp:revision>1</cp:revision>
  <dcterms:modified xsi:type="dcterms:W3CDTF">2026-04-01T19:09:25Z</dcterms:modified>
</cp:coreProperties>
</file>